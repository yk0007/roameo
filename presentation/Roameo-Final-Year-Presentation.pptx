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Roameo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9E5EA"/>
                </a:solidFill>
                <a:latin typeface="Aptos"/>
              </a:rPr>
              <a:t>An AI-Powered Travel Planning Workspace with Canonical Session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Final Year Project Presentation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Text-first planning workspace with chat, itinerary, and map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Built from the actual Roameo codebase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Trip planning is fragmented across search, maps, notes, and booking apps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Typical AI chatbots suggest places but do not create a persistent editable plan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Users face inconsistency between recommendations, routes, and saved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Roameo is a text-first AI travel planning workspace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Natural language request becomes a structured itinerary and live map view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One canonical session snapshot keeps all product surfaces synchronized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Support multi-turn conversational trip planning and refinement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Maintain one source of truth for chat, itinerary, map, and saved POIs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Use AI for semantics and synthesis, deterministic code for state mutation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Ground outputs with real-world travel APIs and stream updates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9E5EA"/>
                </a:solidFill>
                <a:latin typeface="Aptos"/>
              </a:rPr>
              <a:t>Canonical Session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Single SessionSnapshot drives messages, plan, POI catalog, saved items, memory, and traces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Prevents chat/map/itinerary mismatches common in AI apps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Makes follow-up turns reliable because context persists structurally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Frontend: Next.js 16 + React 19 workspace UI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Backend: Express + TypeScript runtime and APIs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Shared contracts: Zod schemas + TypeScript types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Persistence: Supabase with in-memory fallback for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Frontend: Next.js, React, Zustand, React Query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Backend: Express, TypeScript, Zod, Supabase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AI Providers: Gemini and OpenAI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Travel Integrations: Google Places, Geocoding, Directions, Open-Meteo, Tavily, Nager.Date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Product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Chat panel on the left for natural language planning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Map or itinerary panel on the right for structured visualization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Top navigation for destination, dates, travelers, and budget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Designed as a workspace, not just a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End-to-End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Save user message and mark planning state as running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Resolve intent and context with fast-path + semantic routing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Run discovery and enrichment when needed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Synthesize, validate, narrate, persist, and stream the final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Agentic Runtime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Router-first architecture with deterministic orchestration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LLM used for intent resolution, structured planning, and narrative generation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Everything else stays deterministic: provider selection, tool execution, state writes, stream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Specialized Sub-Agents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Semantic router for travel intent and destination context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Destination research and discovery handling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Structured itinerary synthesis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Feasibility critic and transit advisor for practical refinement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Internal Tool and Mutation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Safe tools for reading snapshot, editing itinerary, and updating trip metadata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Canonical plan mutations: add/remove POI, move activity, regenerate day, rebalance trip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Centralized writes keep session state consistent and auditable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Real-World Data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Google Places for POIs such as stays, restaurants, and attractions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Google Geocoding and Directions for location and route support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Open-Meteo, holidays, and Tavily add weather, calendar, and editorial context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Avoids fabricated travel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State Management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Explicit new trip requests replace stale active-trip context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Multi-city trips preserve the full destination set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Discovery expands the POI catalog without corrupting the itinerary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Map routes come only from itinerary-linked POIs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Frontend as a Thin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Loads session snapshot and subscribes to SSE updates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Hydrates Zustand state and derives map/itinerary projections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Presentation stays on the frontend; business logic stays on the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Live Planning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Server-Sent Events stream session.snapshot, plan.updated, trace.updated, and turn completion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Users see progress live instead of waiting for one final static answer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Improves transparency and perceived responsiveness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Persistence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Stores sessions, messages, plan snapshots, POI catalogs, saved POIs, and traces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Supabase-backed persistence for authenticated usage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In-memory fallback supports local development and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Key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Single-source architecture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Hybrid AI + deterministic runtime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Multi-turn contextual planning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Real-world data grounding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Live synchronized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Output quality depends on external API availability and latency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Travel data freshness varies by source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Personalization can be improved with longer-term user modeling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Deeper route and price optimization remain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Flight and train integration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Cost-aware optimization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Collaborative group trip planning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Multilingual support and booking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Roameo combines natural language interaction, tool-grounded planning, and canonical state management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The main contribution is a reliable travel planning workspace, not just itinerary generation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Chat, itinerary, map, and saved places remain synchronized across the full trip-planning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1303B"/>
          </a:solidFill>
          <a:ln>
            <a:solidFill>
              <a:srgbClr val="11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Demo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7863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Show trip creation from a natural language prompt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Show streaming plan generation and refinement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1D272C"/>
                </a:solidFill>
                <a:latin typeface="Aptos"/>
              </a:rPr>
              <a:t>Show map + itinerary consistency inside one live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0" y="1508760"/>
            <a:ext cx="2514600" cy="4434840"/>
          </a:xfrm>
          <a:prstGeom prst="roundRect">
            <a:avLst/>
          </a:prstGeom>
          <a:solidFill>
            <a:srgbClr val="DEE8E2"/>
          </a:solidFill>
          <a:ln>
            <a:solidFill>
              <a:srgbClr val="A4B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303B"/>
                </a:solidFill>
                <a:latin typeface="Aptos"/>
              </a:rPr>
              <a:t>Presenter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240280"/>
            <a:ext cx="1920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Explain this slide in simple terms.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Relate the point back to consistency, reliability, or live planning.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73B40"/>
                </a:solidFill>
                <a:latin typeface="Aptos"/>
              </a:rPr>
              <a:t>Use the demo to reinforce this claim if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777B"/>
                </a:solidFill>
                <a:latin typeface="Aptos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